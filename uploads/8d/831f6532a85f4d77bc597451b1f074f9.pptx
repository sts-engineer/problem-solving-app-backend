
<file path=[Content_Types].xml><?xml version="1.0" encoding="utf-8"?>
<Types xmlns="http://schemas.openxmlformats.org/package/2006/content-types"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  <p:sldMasterId id="2147483672" r:id="rId2"/>
    <p:sldMasterId id="2147483675" r:id="rId3"/>
    <p:sldMasterId id="2147483677" r:id="rId4"/>
    <p:sldMasterId id="2147485612" r:id="rId5"/>
  </p:sldMasterIdLst>
  <p:notesMasterIdLst>
    <p:notesMasterId r:id="rId7"/>
  </p:notesMasterIdLst>
  <p:sldIdLst>
    <p:sldId id="257" r:id="rId6"/>
  </p:sldIdLst>
  <p:sldSz cx="9906000" cy="6858000" type="A4"/>
  <p:notesSz cx="7010400" cy="92964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99CC"/>
    <a:srgbClr val="808080"/>
    <a:srgbClr val="CCFFFF"/>
    <a:srgbClr val="C0C0C0"/>
    <a:srgbClr val="DDDDDD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9419" autoAdjust="0"/>
  </p:normalViewPr>
  <p:slideViewPr>
    <p:cSldViewPr>
      <p:cViewPr varScale="1">
        <p:scale>
          <a:sx n="63" d="100"/>
          <a:sy n="63" d="100"/>
        </p:scale>
        <p:origin x="1528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159" y="1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698500"/>
            <a:ext cx="5032375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713" y="4416538"/>
            <a:ext cx="5608975" cy="4183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086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159" y="8830086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A0D3A28-10AC-47DF-A0D1-2D70FB59E2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8069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B8620F75-B733-4EB0-A1C7-B65107097D87}" type="slidenum">
              <a:rPr lang="ko-KR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7425" y="696913"/>
            <a:ext cx="5035550" cy="3486150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1566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6593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195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6846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6788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6819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46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6348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1260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28675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61782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58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29227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59824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48992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64843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101930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559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01435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2551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60322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26288" y="131763"/>
            <a:ext cx="2284412" cy="5994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131763"/>
            <a:ext cx="6700838" cy="5994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67847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68611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6446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3628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151231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060588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70634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2740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19160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57451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60754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864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111619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52427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765404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822669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275465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009257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416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835657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06487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233718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88171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7081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 bwMode="auto">
          <a:xfrm>
            <a:off x="0" y="0"/>
            <a:ext cx="9906000" cy="53721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ctr"/>
          <a:lstStyle/>
          <a:p>
            <a:pPr algn="ctr">
              <a:defRPr/>
            </a:pPr>
            <a:endParaRPr kumimoji="0" lang="ko-KR" altLang="en-US" sz="1300" dirty="0">
              <a:solidFill>
                <a:prstClr val="black"/>
              </a:solidFill>
              <a:latin typeface="맑은 고딕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0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6097" r:id="rId1"/>
    <p:sldLayoutId id="2147486098" r:id="rId2"/>
    <p:sldLayoutId id="2147486099" r:id="rId3"/>
    <p:sldLayoutId id="2147486100" r:id="rId4"/>
    <p:sldLayoutId id="2147486101" r:id="rId5"/>
    <p:sldLayoutId id="2147486102" r:id="rId6"/>
    <p:sldLayoutId id="2147486103" r:id="rId7"/>
    <p:sldLayoutId id="2147486104" r:id="rId8"/>
    <p:sldLayoutId id="2147486105" r:id="rId9"/>
    <p:sldLayoutId id="2147486106" r:id="rId10"/>
    <p:sldLayoutId id="2147486107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131763"/>
            <a:ext cx="8915400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0" y="641350"/>
            <a:ext cx="9906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1028" name="Picture 4" descr="DDTZ라인굵게흰색바탕053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12700"/>
            <a:ext cx="7207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141" r:id="rId1"/>
    <p:sldLayoutId id="2147486108" r:id="rId2"/>
    <p:sldLayoutId id="2147486109" r:id="rId3"/>
    <p:sldLayoutId id="2147486110" r:id="rId4"/>
    <p:sldLayoutId id="2147486111" r:id="rId5"/>
    <p:sldLayoutId id="2147486112" r:id="rId6"/>
    <p:sldLayoutId id="2147486113" r:id="rId7"/>
    <p:sldLayoutId id="2147486114" r:id="rId8"/>
    <p:sldLayoutId id="2147486115" r:id="rId9"/>
    <p:sldLayoutId id="2147486116" r:id="rId10"/>
    <p:sldLayoutId id="2147486117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0" y="641350"/>
            <a:ext cx="9906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18" r:id="rId1"/>
    <p:sldLayoutId id="2147486119" r:id="rId2"/>
    <p:sldLayoutId id="2147486120" r:id="rId3"/>
    <p:sldLayoutId id="2147486121" r:id="rId4"/>
    <p:sldLayoutId id="2147486122" r:id="rId5"/>
    <p:sldLayoutId id="2147486123" r:id="rId6"/>
    <p:sldLayoutId id="2147486124" r:id="rId7"/>
    <p:sldLayoutId id="2147486125" r:id="rId8"/>
    <p:sldLayoutId id="2147486126" r:id="rId9"/>
    <p:sldLayoutId id="2147486127" r:id="rId10"/>
    <p:sldLayoutId id="2147486128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/>
          <p:cNvSpPr>
            <a:spLocks noChangeShapeType="1"/>
          </p:cNvSpPr>
          <p:nvPr/>
        </p:nvSpPr>
        <p:spPr bwMode="auto">
          <a:xfrm>
            <a:off x="0" y="641350"/>
            <a:ext cx="9907588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29" r:id="rId1"/>
    <p:sldLayoutId id="2147486130" r:id="rId2"/>
    <p:sldLayoutId id="2147486131" r:id="rId3"/>
    <p:sldLayoutId id="2147486132" r:id="rId4"/>
    <p:sldLayoutId id="2147486133" r:id="rId5"/>
    <p:sldLayoutId id="2147486134" r:id="rId6"/>
    <p:sldLayoutId id="2147486135" r:id="rId7"/>
    <p:sldLayoutId id="2147486136" r:id="rId8"/>
    <p:sldLayoutId id="2147486137" r:id="rId9"/>
    <p:sldLayoutId id="2147486138" r:id="rId10"/>
    <p:sldLayoutId id="214748613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12700"/>
            <a:ext cx="992505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그림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8" y="6413500"/>
            <a:ext cx="36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7"/>
          <p:cNvSpPr txBox="1">
            <a:spLocks noChangeArrowheads="1"/>
          </p:cNvSpPr>
          <p:nvPr/>
        </p:nvSpPr>
        <p:spPr bwMode="auto">
          <a:xfrm>
            <a:off x="8193088" y="6413500"/>
            <a:ext cx="1490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lang="en-US" altLang="ko-KR" sz="2000" b="1">
                <a:solidFill>
                  <a:srgbClr val="10253F"/>
                </a:solidFill>
                <a:latin typeface="HY견고딕" pitchFamily="18" charset="-127"/>
                <a:ea typeface="HY견고딕" pitchFamily="18" charset="-127"/>
              </a:rPr>
              <a:t>DY</a:t>
            </a:r>
            <a:r>
              <a:rPr lang="en-US" altLang="ko-KR" sz="2000" b="1">
                <a:solidFill>
                  <a:srgbClr val="558ED5"/>
                </a:solidFill>
                <a:latin typeface="HY견고딕" pitchFamily="18" charset="-127"/>
                <a:ea typeface="HY견고딕" pitchFamily="18" charset="-127"/>
              </a:rPr>
              <a:t>AUTO</a:t>
            </a:r>
            <a:endParaRPr lang="ko-KR" altLang="en-US" sz="2000" b="1">
              <a:solidFill>
                <a:srgbClr val="558ED5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40" r:id="rId1"/>
    <p:sldLayoutId id="2147486142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package" Target="../embeddings/Microsoft_PowerPoint_Presentation.pptx"/><Relationship Id="rId7" Type="http://schemas.openxmlformats.org/officeDocument/2006/relationships/package" Target="../embeddings/Microsoft_PowerPoint_Presentation2.ppt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5.wmf"/><Relationship Id="rId11" Type="http://schemas.openxmlformats.org/officeDocument/2006/relationships/image" Target="../media/image9.jpeg"/><Relationship Id="rId5" Type="http://schemas.openxmlformats.org/officeDocument/2006/relationships/package" Target="../embeddings/Microsoft_PowerPoint_Presentation1.pptx"/><Relationship Id="rId10" Type="http://schemas.openxmlformats.org/officeDocument/2006/relationships/image" Target="../media/image8.jpeg"/><Relationship Id="rId4" Type="http://schemas.openxmlformats.org/officeDocument/2006/relationships/image" Target="../media/image4.wmf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523"/>
              </p:ext>
            </p:extLst>
          </p:nvPr>
        </p:nvGraphicFramePr>
        <p:xfrm>
          <a:off x="128464" y="44624"/>
          <a:ext cx="9463086" cy="68693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65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4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1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5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1312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brush holder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cold solder between circuit and      inductor</a:t>
                      </a:r>
                      <a:endParaRPr kumimoji="1" lang="en-US" altLang="ko-KR" sz="2000" b="1" i="0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43" marR="99043" marT="45712" marB="45712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400" dirty="0" err="1"/>
                        <a:t>Importance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400" dirty="0"/>
                        <a:t>grade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800" dirty="0"/>
                    </a:p>
                  </a:txBody>
                  <a:tcPr marL="99030" marR="99030" marT="71994" marB="719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4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(Problem Definition)</a:t>
                      </a:r>
                    </a:p>
                  </a:txBody>
                  <a:tcPr marL="99030" marR="99030" marT="53996" marB="53996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1-2 </a:t>
                      </a:r>
                      <a:r>
                        <a:rPr lang="es-MX" sz="1200" dirty="0" err="1"/>
                        <a:t>Issue</a:t>
                      </a:r>
                      <a:r>
                        <a:rPr lang="es-MX" sz="1200" dirty="0"/>
                        <a:t> (</a:t>
                      </a:r>
                      <a:r>
                        <a:rPr lang="es-MX" sz="1200" dirty="0" err="1"/>
                        <a:t>photo</a:t>
                      </a:r>
                      <a:r>
                        <a:rPr lang="es-MX" sz="1200" dirty="0"/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30" marR="99030" marT="53996" marB="53996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4. (C. Action)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00" b="1" dirty="0">
                          <a:latin typeface="+mj-lt"/>
                        </a:rPr>
                        <a:t>Date</a:t>
                      </a:r>
                      <a:r>
                        <a:rPr lang="es-MX" sz="1000" b="1" baseline="0" dirty="0">
                          <a:latin typeface="+mj-lt"/>
                        </a:rPr>
                        <a:t> of </a:t>
                      </a:r>
                      <a:r>
                        <a:rPr lang="es-MX" sz="1000" b="1" baseline="0" dirty="0" err="1">
                          <a:latin typeface="+mj-lt"/>
                        </a:rPr>
                        <a:t>Issue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s-E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April 07, 2025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/>
                </a:tc>
                <a:tc rowSpan="7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7"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◆ </a:t>
                      </a:r>
                      <a:r>
                        <a:rPr lang="es-MX" sz="1100" b="1" dirty="0" err="1"/>
                        <a:t>Improvement</a:t>
                      </a:r>
                      <a:r>
                        <a:rPr lang="es-MX" sz="1100" b="1" dirty="0"/>
                        <a:t> </a:t>
                      </a:r>
                      <a:r>
                        <a:rPr lang="es-MX" sz="1100" b="1" dirty="0" err="1"/>
                        <a:t>measures</a:t>
                      </a:r>
                      <a:endParaRPr lang="es-MX" sz="1100" b="1" dirty="0"/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Add a digital pressure switch to weld air pressure</a:t>
                      </a:r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Add to the setup the digital pressure switch check of the air pressure on the welding machine</a:t>
                      </a:r>
                      <a:endParaRPr lang="en-US" altLang="ko-KR" sz="105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itchFamily="2" charset="2"/>
                      </a:endParaRPr>
                    </a:p>
                  </a:txBody>
                  <a:tcPr marL="71991" marR="71991" marT="35997" marB="35997" horzOverflow="overflow"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9043" marR="99043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Location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DY AUTO MÉXICO</a:t>
                      </a:r>
                      <a:endParaRPr kumimoji="1" lang="ko-KR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8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lang="es-MX" sz="1000" b="1" dirty="0">
                          <a:latin typeface="+mj-lt"/>
                        </a:rPr>
                      </a:br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es-MX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name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BRUSH HOLDER ASSY</a:t>
                      </a:r>
                    </a:p>
                  </a:txBody>
                  <a:tcPr marL="36000" marR="36000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Lot No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MX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A25C28L2 (28-03-25)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MX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Issue</a:t>
                      </a:r>
                      <a:r>
                        <a:rPr kumimoji="1" lang="es-MX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 </a:t>
                      </a:r>
                      <a:r>
                        <a:rPr kumimoji="1" lang="es-MX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Description</a:t>
                      </a:r>
                      <a:endParaRPr kumimoji="1" lang="es-MX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 AUTO 33-0129(60P058803) in brush holder 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assy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cold solder between circuit and inductor in operation 20. Information on the production label in lot 25087 dated 28-03-25.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algn="l"/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Occurrence</a:t>
                      </a:r>
                      <a:r>
                        <a:rPr lang="es-MX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l"/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quantity</a:t>
                      </a:r>
                      <a:endParaRPr lang="es-MX" sz="1000" b="1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E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/>
                      <a:endParaRPr lang="es-MX" dirty="0"/>
                    </a:p>
                  </a:txBody>
                  <a:tcPr marL="99030" marR="99030" marT="43197" marB="431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Recurrence</a:t>
                      </a:r>
                      <a:r>
                        <a:rPr lang="es-MX" sz="1000" b="1" dirty="0">
                          <a:latin typeface="+mj-lt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history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19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es-MX" sz="1200" dirty="0" err="1"/>
                        <a:t>Containment</a:t>
                      </a:r>
                      <a:r>
                        <a:rPr lang="es-MX" sz="1200" dirty="0"/>
                        <a:t> </a:t>
                      </a:r>
                      <a:r>
                        <a:rPr lang="es-MX" sz="1200" dirty="0" err="1"/>
                        <a:t>measures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MX" dirty="0"/>
                    </a:p>
                  </a:txBody>
                  <a:tcPr marL="99030" marR="99030" marT="53996" marB="53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3. R.C. Analysis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mpd="sng"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5. </a:t>
                      </a:r>
                      <a:r>
                        <a:rPr lang="en-US" sz="1200" dirty="0"/>
                        <a:t>Validation of measures [Validation of measures to be taken]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9043" marR="99043" marT="5400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54593">
                <a:tc rowSpan="5" grid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Containment   07-04-2025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Dy plant :  </a:t>
                      </a:r>
                      <a:r>
                        <a:rPr kumimoji="1" lang="en-US" altLang="ko-KR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16,</a:t>
                      </a:r>
                      <a:r>
                        <a:rPr kumimoji="1" lang="en-US" altLang="ko-KR" sz="12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016 </a:t>
                      </a:r>
                      <a:r>
                        <a:rPr kumimoji="1" lang="en-US" altLang="ko-KR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pcs </a:t>
                      </a:r>
                      <a:r>
                        <a:rPr kumimoji="1" lang="en-US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 0 defects found  </a:t>
                      </a:r>
                      <a:endParaRPr kumimoji="1" lang="en-US" altLang="ko-KR" sz="1200" b="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2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2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Assymex</a:t>
                      </a:r>
                      <a:r>
                        <a:rPr kumimoji="1" 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plant:</a:t>
                      </a:r>
                      <a:r>
                        <a:rPr kumimoji="1" lang="es-MX" sz="12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3328 </a:t>
                      </a:r>
                      <a:r>
                        <a:rPr kumimoji="1" lang="es-MX" sz="12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pcs</a:t>
                      </a:r>
                      <a:r>
                        <a:rPr kumimoji="1" lang="es-MX" sz="12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/0defects</a:t>
                      </a:r>
                      <a:endParaRPr kumimoji="1" lang="en-US" sz="12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s-MX" sz="1100" dirty="0"/>
                    </a:p>
                  </a:txBody>
                  <a:tcPr marL="71991" marR="71991" marT="35997" marB="35997" horzOverflow="overflow"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5"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5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05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Root cause analysis 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not easy to read through the gauge bush the welding air pressure</a:t>
                      </a:r>
                      <a:endParaRPr lang="ko-KR" altLang="en-US" sz="105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5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05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Spill cause analysis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not easy to read through the gauge bush the welding air pressure</a:t>
                      </a:r>
                      <a:endParaRPr lang="ko-KR" altLang="en-US" sz="9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900" b="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0" marR="0" marT="0" marB="0" horzOverflow="overflow"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689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6. Drill Deep Wide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80922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1" marR="71991" marT="35997" marB="35997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6612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7. </a:t>
                      </a:r>
                      <a:r>
                        <a:rPr kumimoji="1"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Lessons Learned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399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72000" marR="72000" marT="36000" marB="36000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0" name="3 Objeto">
            <a:hlinkClick r:id="" action="ppaction://ole?verb=0"/>
            <a:extLst>
              <a:ext uri="{FF2B5EF4-FFF2-40B4-BE49-F238E27FC236}">
                <a16:creationId xmlns:a16="http://schemas.microsoft.com/office/drawing/2014/main" id="{44449AE8-F9F7-22CF-D582-49B8C76B3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865561"/>
              </p:ext>
            </p:extLst>
          </p:nvPr>
        </p:nvGraphicFramePr>
        <p:xfrm>
          <a:off x="5457056" y="4077072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3" imgW="914400" imgH="792360" progId="PowerPoint.Show.12">
                  <p:embed/>
                </p:oleObj>
              </mc:Choice>
              <mc:Fallback>
                <p:oleObj name="Presentation" showAsIcon="1" r:id="rId3" imgW="914400" imgH="792360" progId="PowerPoint.Show.12">
                  <p:embed/>
                  <p:pic>
                    <p:nvPicPr>
                      <p:cNvPr id="4" name="3 Objeto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57056" y="4077072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8 Objeto">
            <a:hlinkClick r:id="" action="ppaction://ole?verb=0"/>
            <a:extLst>
              <a:ext uri="{FF2B5EF4-FFF2-40B4-BE49-F238E27FC236}">
                <a16:creationId xmlns:a16="http://schemas.microsoft.com/office/drawing/2014/main" id="{D5500D08-5912-C942-4A7A-61863D4D3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473475"/>
              </p:ext>
            </p:extLst>
          </p:nvPr>
        </p:nvGraphicFramePr>
        <p:xfrm>
          <a:off x="8863136" y="1209368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5" imgW="914400" imgH="792360" progId="PowerPoint.Show.12">
                  <p:embed/>
                </p:oleObj>
              </mc:Choice>
              <mc:Fallback>
                <p:oleObj name="Presentation" showAsIcon="1" r:id="rId5" imgW="914400" imgH="792360" progId="PowerPoint.Show.12">
                  <p:embed/>
                  <p:pic>
                    <p:nvPicPr>
                      <p:cNvPr id="9" name="8 Objeto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63136" y="1209368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9 Objeto">
            <a:hlinkClick r:id="" action="ppaction://ole?verb=0"/>
            <a:extLst>
              <a:ext uri="{FF2B5EF4-FFF2-40B4-BE49-F238E27FC236}">
                <a16:creationId xmlns:a16="http://schemas.microsoft.com/office/drawing/2014/main" id="{FE374FBF-BE9B-235E-750D-BBCDBB5A7D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112193"/>
              </p:ext>
            </p:extLst>
          </p:nvPr>
        </p:nvGraphicFramePr>
        <p:xfrm>
          <a:off x="8892648" y="581023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7" imgW="914400" imgH="792360" progId="PowerPoint.Show.12">
                  <p:embed/>
                </p:oleObj>
              </mc:Choice>
              <mc:Fallback>
                <p:oleObj name="Presentation" showAsIcon="1" r:id="rId7" imgW="914400" imgH="792360" progId="PowerPoint.Show.12">
                  <p:embed/>
                  <p:pic>
                    <p:nvPicPr>
                      <p:cNvPr id="10" name="9 Objeto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92648" y="5810236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50E56F0-D017-332C-C88F-96FFA4CC21AB}"/>
              </a:ext>
            </a:extLst>
          </p:cNvPr>
          <p:cNvSpPr txBox="1"/>
          <p:nvPr/>
        </p:nvSpPr>
        <p:spPr>
          <a:xfrm>
            <a:off x="590550" y="6555184"/>
            <a:ext cx="12282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 err="1"/>
              <a:t>Certification</a:t>
            </a:r>
            <a:r>
              <a:rPr lang="es-MX" sz="1000" dirty="0"/>
              <a:t> </a:t>
            </a:r>
            <a:r>
              <a:rPr lang="es-MX" sz="1000" dirty="0" err="1"/>
              <a:t>label</a:t>
            </a:r>
            <a:endParaRPr lang="es-MX" sz="1000" dirty="0"/>
          </a:p>
        </p:txBody>
      </p:sp>
      <p:pic>
        <p:nvPicPr>
          <p:cNvPr id="7" name="Imagen 6" descr="Una 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35DFFEDC-0638-4A0F-BB36-57C738737E7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" t="27284" r="5679" b="22497"/>
          <a:stretch/>
        </p:blipFill>
        <p:spPr>
          <a:xfrm>
            <a:off x="590550" y="5949280"/>
            <a:ext cx="1698154" cy="55026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F9A428D-3960-BAC1-C164-B9A0229D91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r="21236" b="25938"/>
          <a:stretch/>
        </p:blipFill>
        <p:spPr bwMode="auto">
          <a:xfrm>
            <a:off x="3224808" y="1268760"/>
            <a:ext cx="1236466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ED85263-284F-AF51-A734-26D53B636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130467" y="2518325"/>
            <a:ext cx="1743075" cy="1306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D7D93969-CDA6-C113-EA73-ED35630E6926}"/>
              </a:ext>
            </a:extLst>
          </p:cNvPr>
          <p:cNvSpPr/>
          <p:nvPr/>
        </p:nvSpPr>
        <p:spPr bwMode="auto">
          <a:xfrm>
            <a:off x="4592960" y="3067368"/>
            <a:ext cx="720080" cy="360040"/>
          </a:xfrm>
          <a:prstGeom prst="rect">
            <a:avLst/>
          </a:prstGeom>
          <a:noFill/>
          <a:ln w="76200" algn="ctr">
            <a:solidFill>
              <a:srgbClr val="FF0000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s-MX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D4B29158-8B61-9826-F137-5D231C3C19B0}"/>
              </a:ext>
            </a:extLst>
          </p:cNvPr>
          <p:cNvSpPr/>
          <p:nvPr/>
        </p:nvSpPr>
        <p:spPr bwMode="auto">
          <a:xfrm>
            <a:off x="4304928" y="2204864"/>
            <a:ext cx="360040" cy="504056"/>
          </a:xfrm>
          <a:prstGeom prst="downArrow">
            <a:avLst/>
          </a:prstGeom>
          <a:noFill/>
          <a:ln w="9525" algn="ctr">
            <a:solidFill>
              <a:srgbClr val="0000FF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s-MX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기본 디자인">
  <a:themeElements>
    <a:clrScheme name="4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4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0000"/>
      </a:hlink>
      <a:folHlink>
        <a:srgbClr val="0000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FF"/>
          </a:solidFill>
          <a:round/>
          <a:headEnd type="none"/>
          <a:tailEnd type="stealth" w="lg" len="lg"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a:spPr>
      <a:bodyPr wrap="none" rtlCol="0" anchor="ctr"/>
      <a:lstStyle>
        <a:defPPr>
          <a:defRPr kumimoji="0" sz="1300" dirty="0" smtClean="0">
            <a:latin typeface="+mn-lt"/>
            <a:ea typeface="맑은 고딕" pitchFamily="50" charset="-127"/>
            <a:cs typeface="Tahoma" pitchFamily="34" charset="0"/>
          </a:defRPr>
        </a:defPPr>
      </a:lstStyle>
    </a:spDef>
    <a:lnDef>
      <a:spPr>
        <a:ln w="1270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/>
        </a:defPPr>
      </a:lstStyle>
    </a:txDef>
  </a:objectDefaults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25814</TotalTime>
  <Words>214</Words>
  <Application>Microsoft Office PowerPoint</Application>
  <PresentationFormat>A4 Paper (210x297 mm)</PresentationFormat>
  <Paragraphs>49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굴림</vt:lpstr>
      <vt:lpstr>맑은 고딕</vt:lpstr>
      <vt:lpstr>Arial</vt:lpstr>
      <vt:lpstr>HY견고딕</vt:lpstr>
      <vt:lpstr>HY헤드라인M</vt:lpstr>
      <vt:lpstr>Wingdings</vt:lpstr>
      <vt:lpstr>2_기본 디자인</vt:lpstr>
      <vt:lpstr>4_기본 디자인</vt:lpstr>
      <vt:lpstr>3_기본 디자인</vt:lpstr>
      <vt:lpstr>1_기본 디자인</vt:lpstr>
      <vt:lpstr>Office 테마</vt:lpstr>
      <vt:lpstr>Presentation</vt:lpstr>
      <vt:lpstr>Microsoft PowerPoint Presentation</vt:lpstr>
      <vt:lpstr>PowerPoint Presentation</vt:lpstr>
    </vt:vector>
  </TitlesOfParts>
  <Company>현대자동차(주)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품질기획팀</dc:creator>
  <cp:lastModifiedBy>Daniel MORALES</cp:lastModifiedBy>
  <cp:revision>893</cp:revision>
  <cp:lastPrinted>2021-07-19T19:50:59Z</cp:lastPrinted>
  <dcterms:created xsi:type="dcterms:W3CDTF">2004-05-03T21:58:18Z</dcterms:created>
  <dcterms:modified xsi:type="dcterms:W3CDTF">2025-05-13T15:19:55Z</dcterms:modified>
</cp:coreProperties>
</file>